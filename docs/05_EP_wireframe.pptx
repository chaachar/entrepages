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</p:sldIdLst>
  <p:sldSz cx="10691813" cy="7559675"/>
  <p:notesSz cx="9144000" cy="6858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9" d="100"/>
          <a:sy n="79" d="100"/>
        </p:scale>
        <p:origin x="58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B894-F06A-464E-80F2-8AA75AEEFD04}" type="datetimeFigureOut">
              <a:rPr lang="fr-FR" smtClean="0"/>
              <a:t>06/07/2026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F3F6-B606-4250-BC9E-0EE5E3616A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8376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B894-F06A-464E-80F2-8AA75AEEFD04}" type="datetimeFigureOut">
              <a:rPr lang="fr-FR" smtClean="0"/>
              <a:t>06/07/2026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F3F6-B606-4250-BC9E-0EE5E3616A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0280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B894-F06A-464E-80F2-8AA75AEEFD04}" type="datetimeFigureOut">
              <a:rPr lang="fr-FR" smtClean="0"/>
              <a:t>06/07/2026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F3F6-B606-4250-BC9E-0EE5E3616A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8852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B894-F06A-464E-80F2-8AA75AEEFD04}" type="datetimeFigureOut">
              <a:rPr lang="fr-FR" smtClean="0"/>
              <a:t>06/07/2026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F3F6-B606-4250-BC9E-0EE5E3616A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1553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B894-F06A-464E-80F2-8AA75AEEFD04}" type="datetimeFigureOut">
              <a:rPr lang="fr-FR" smtClean="0"/>
              <a:t>06/07/2026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F3F6-B606-4250-BC9E-0EE5E3616A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6545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B894-F06A-464E-80F2-8AA75AEEFD04}" type="datetimeFigureOut">
              <a:rPr lang="fr-FR" smtClean="0"/>
              <a:t>06/07/2026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F3F6-B606-4250-BC9E-0EE5E3616A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8216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B894-F06A-464E-80F2-8AA75AEEFD04}" type="datetimeFigureOut">
              <a:rPr lang="fr-FR" smtClean="0"/>
              <a:t>06/07/2026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F3F6-B606-4250-BC9E-0EE5E3616A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3120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B894-F06A-464E-80F2-8AA75AEEFD04}" type="datetimeFigureOut">
              <a:rPr lang="fr-FR" smtClean="0"/>
              <a:t>06/07/2026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F3F6-B606-4250-BC9E-0EE5E3616A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6411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B894-F06A-464E-80F2-8AA75AEEFD04}" type="datetimeFigureOut">
              <a:rPr lang="fr-FR" smtClean="0"/>
              <a:t>06/07/2026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F3F6-B606-4250-BC9E-0EE5E3616A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7575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B894-F06A-464E-80F2-8AA75AEEFD04}" type="datetimeFigureOut">
              <a:rPr lang="fr-FR" smtClean="0"/>
              <a:t>06/07/2026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F3F6-B606-4250-BC9E-0EE5E3616A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1451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1B894-F06A-464E-80F2-8AA75AEEFD04}" type="datetimeFigureOut">
              <a:rPr lang="fr-FR" smtClean="0"/>
              <a:t>06/07/2026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BF3F6-B606-4250-BC9E-0EE5E3616A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9899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A1B894-F06A-464E-80F2-8AA75AEEFD04}" type="datetimeFigureOut">
              <a:rPr lang="fr-FR" smtClean="0"/>
              <a:t>06/07/2026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6BF3F6-B606-4250-BC9E-0EE5E3616A59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ZoneTexte 6"/>
          <p:cNvSpPr txBox="1"/>
          <p:nvPr userDrawn="1"/>
        </p:nvSpPr>
        <p:spPr>
          <a:xfrm>
            <a:off x="650247" y="7207940"/>
            <a:ext cx="1500967" cy="261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2" dirty="0" smtClean="0">
                <a:latin typeface="+mj-lt"/>
              </a:rPr>
              <a:t>Version</a:t>
            </a:r>
            <a:r>
              <a:rPr lang="fr-FR" sz="1102" baseline="0" dirty="0" smtClean="0">
                <a:latin typeface="+mj-lt"/>
              </a:rPr>
              <a:t> v0.1.0</a:t>
            </a:r>
            <a:endParaRPr lang="fr-FR" sz="1102" dirty="0">
              <a:latin typeface="+mj-lt"/>
            </a:endParaRPr>
          </a:p>
        </p:txBody>
      </p:sp>
      <p:sp>
        <p:nvSpPr>
          <p:cNvPr id="8" name="ZoneTexte 7"/>
          <p:cNvSpPr txBox="1"/>
          <p:nvPr userDrawn="1"/>
        </p:nvSpPr>
        <p:spPr>
          <a:xfrm>
            <a:off x="4747061" y="7207939"/>
            <a:ext cx="1712105" cy="261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2" dirty="0" err="1" smtClean="0">
                <a:latin typeface="+mj-lt"/>
              </a:rPr>
              <a:t>EntrePages</a:t>
            </a:r>
            <a:r>
              <a:rPr lang="fr-FR" sz="1102" baseline="0" dirty="0" smtClean="0">
                <a:latin typeface="+mj-lt"/>
              </a:rPr>
              <a:t> – </a:t>
            </a:r>
            <a:r>
              <a:rPr lang="fr-FR" sz="1102" baseline="0" dirty="0" err="1" smtClean="0">
                <a:latin typeface="+mj-lt"/>
              </a:rPr>
              <a:t>wireframe</a:t>
            </a:r>
            <a:endParaRPr lang="fr-FR" sz="1102" dirty="0">
              <a:latin typeface="+mj-lt"/>
            </a:endParaRPr>
          </a:p>
        </p:txBody>
      </p:sp>
      <p:sp>
        <p:nvSpPr>
          <p:cNvPr id="9" name="ZoneTexte 8"/>
          <p:cNvSpPr txBox="1"/>
          <p:nvPr userDrawn="1"/>
        </p:nvSpPr>
        <p:spPr>
          <a:xfrm>
            <a:off x="9299643" y="7224535"/>
            <a:ext cx="834447" cy="261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2" dirty="0" smtClean="0">
                <a:latin typeface="+mj-lt"/>
              </a:rPr>
              <a:t>06.07.2026</a:t>
            </a:r>
            <a:endParaRPr lang="fr-FR" sz="1102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50172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55643" y="214009"/>
            <a:ext cx="1595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+mj-lt"/>
              </a:rPr>
              <a:t>Page d’accueil</a:t>
            </a:r>
            <a:endParaRPr lang="fr-FR" dirty="0">
              <a:latin typeface="+mj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1830" y="680936"/>
            <a:ext cx="10165404" cy="632297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à coins arrondis 7"/>
          <p:cNvSpPr/>
          <p:nvPr/>
        </p:nvSpPr>
        <p:spPr>
          <a:xfrm>
            <a:off x="398834" y="807396"/>
            <a:ext cx="9863847" cy="79766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/>
          <p:cNvSpPr txBox="1"/>
          <p:nvPr/>
        </p:nvSpPr>
        <p:spPr>
          <a:xfrm>
            <a:off x="1750979" y="807396"/>
            <a:ext cx="1439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mtClean="0"/>
              <a:t>EntrePages</a:t>
            </a:r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714983" y="883064"/>
            <a:ext cx="71984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smtClean="0"/>
              <a:t>Logo</a:t>
            </a:r>
          </a:p>
          <a:p>
            <a:endParaRPr lang="fr-FR" dirty="0"/>
          </a:p>
        </p:txBody>
      </p:sp>
      <p:sp>
        <p:nvSpPr>
          <p:cNvPr id="12" name="Rectangle 11"/>
          <p:cNvSpPr/>
          <p:nvPr/>
        </p:nvSpPr>
        <p:spPr>
          <a:xfrm>
            <a:off x="1750979" y="1160063"/>
            <a:ext cx="29851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Votre bibliothèque ouverte aux autres</a:t>
            </a:r>
            <a:r>
              <a:rPr lang="fr-FR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FR" dirty="0"/>
          </a:p>
        </p:txBody>
      </p:sp>
      <p:sp>
        <p:nvSpPr>
          <p:cNvPr id="13" name="Rectangle à coins arrondis 12"/>
          <p:cNvSpPr/>
          <p:nvPr/>
        </p:nvSpPr>
        <p:spPr>
          <a:xfrm>
            <a:off x="457047" y="1731525"/>
            <a:ext cx="1490715" cy="180415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7247418" y="971582"/>
            <a:ext cx="504000" cy="504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/>
          <p:cNvSpPr txBox="1"/>
          <p:nvPr/>
        </p:nvSpPr>
        <p:spPr>
          <a:xfrm>
            <a:off x="7233109" y="986085"/>
            <a:ext cx="1444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Icone</a:t>
            </a:r>
          </a:p>
          <a:p>
            <a:r>
              <a:rPr lang="fr-FR" sz="1200" dirty="0" smtClean="0"/>
              <a:t>Créer un compte</a:t>
            </a:r>
            <a:endParaRPr lang="fr-FR" sz="1200" dirty="0"/>
          </a:p>
        </p:txBody>
      </p:sp>
      <p:sp>
        <p:nvSpPr>
          <p:cNvPr id="16" name="Rectangle à coins arrondis 15"/>
          <p:cNvSpPr/>
          <p:nvPr/>
        </p:nvSpPr>
        <p:spPr>
          <a:xfrm>
            <a:off x="2062479" y="1731524"/>
            <a:ext cx="8132107" cy="1804156"/>
          </a:xfrm>
          <a:prstGeom prst="roundRect">
            <a:avLst>
              <a:gd name="adj" fmla="val 697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/>
          <p:cNvSpPr txBox="1"/>
          <p:nvPr/>
        </p:nvSpPr>
        <p:spPr>
          <a:xfrm>
            <a:off x="8706319" y="1012692"/>
            <a:ext cx="1035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Icone connexion</a:t>
            </a:r>
            <a:endParaRPr lang="fr-FR" sz="1200" dirty="0"/>
          </a:p>
        </p:txBody>
      </p:sp>
      <p:sp>
        <p:nvSpPr>
          <p:cNvPr id="18" name="Rectangle 17"/>
          <p:cNvSpPr/>
          <p:nvPr/>
        </p:nvSpPr>
        <p:spPr>
          <a:xfrm>
            <a:off x="8713985" y="964917"/>
            <a:ext cx="504000" cy="504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/>
          <p:cNvSpPr txBox="1"/>
          <p:nvPr/>
        </p:nvSpPr>
        <p:spPr>
          <a:xfrm>
            <a:off x="2237362" y="1912041"/>
            <a:ext cx="773348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Présentation du produit :</a:t>
            </a:r>
          </a:p>
          <a:p>
            <a:r>
              <a:rPr lang="fr-FR" sz="1400" dirty="0" smtClean="0"/>
              <a:t>	Ajouter un livre</a:t>
            </a:r>
          </a:p>
          <a:p>
            <a:endParaRPr lang="fr-FR" sz="1400" dirty="0"/>
          </a:p>
          <a:p>
            <a:r>
              <a:rPr lang="fr-FR" sz="1400" dirty="0" smtClean="0"/>
              <a:t>	Partager votre bibliothèque</a:t>
            </a:r>
          </a:p>
          <a:p>
            <a:endParaRPr lang="fr-FR" sz="1400" dirty="0"/>
          </a:p>
          <a:p>
            <a:r>
              <a:rPr lang="fr-FR" sz="1400" dirty="0" smtClean="0"/>
              <a:t>	Emprunter ceux des autres</a:t>
            </a:r>
            <a:endParaRPr lang="fr-FR" sz="1400" dirty="0"/>
          </a:p>
        </p:txBody>
      </p:sp>
      <p:sp>
        <p:nvSpPr>
          <p:cNvPr id="20" name="Rectangle 19"/>
          <p:cNvSpPr/>
          <p:nvPr/>
        </p:nvSpPr>
        <p:spPr>
          <a:xfrm>
            <a:off x="2470663" y="2204834"/>
            <a:ext cx="324000" cy="288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/>
          <p:cNvSpPr txBox="1"/>
          <p:nvPr/>
        </p:nvSpPr>
        <p:spPr>
          <a:xfrm>
            <a:off x="2384607" y="2225723"/>
            <a:ext cx="496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err="1" smtClean="0"/>
              <a:t>Img</a:t>
            </a:r>
            <a:endParaRPr lang="fr-FR" sz="1000" dirty="0"/>
          </a:p>
        </p:txBody>
      </p:sp>
      <p:sp>
        <p:nvSpPr>
          <p:cNvPr id="24" name="Rectangle 23"/>
          <p:cNvSpPr/>
          <p:nvPr/>
        </p:nvSpPr>
        <p:spPr>
          <a:xfrm>
            <a:off x="2470663" y="2606855"/>
            <a:ext cx="324000" cy="288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ZoneTexte 24"/>
          <p:cNvSpPr txBox="1"/>
          <p:nvPr/>
        </p:nvSpPr>
        <p:spPr>
          <a:xfrm>
            <a:off x="2413269" y="2639870"/>
            <a:ext cx="496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err="1" smtClean="0"/>
              <a:t>Img</a:t>
            </a:r>
            <a:endParaRPr lang="fr-FR" sz="1000" dirty="0"/>
          </a:p>
        </p:txBody>
      </p:sp>
      <p:sp>
        <p:nvSpPr>
          <p:cNvPr id="35" name="Rectangle à coins arrondis 34"/>
          <p:cNvSpPr/>
          <p:nvPr/>
        </p:nvSpPr>
        <p:spPr>
          <a:xfrm>
            <a:off x="457047" y="3682716"/>
            <a:ext cx="9746269" cy="2880644"/>
          </a:xfrm>
          <a:prstGeom prst="roundRect">
            <a:avLst>
              <a:gd name="adj" fmla="val 697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ZoneTexte 35"/>
          <p:cNvSpPr txBox="1"/>
          <p:nvPr/>
        </p:nvSpPr>
        <p:spPr>
          <a:xfrm>
            <a:off x="2382336" y="3691932"/>
            <a:ext cx="5705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Dernier livre ajouté (visualisation des livres </a:t>
            </a:r>
            <a:r>
              <a:rPr lang="fr-FR" sz="1400" dirty="0" err="1" smtClean="0"/>
              <a:t>interractive</a:t>
            </a:r>
            <a:r>
              <a:rPr lang="fr-FR" sz="1400" dirty="0" smtClean="0"/>
              <a:t>)</a:t>
            </a:r>
            <a:endParaRPr lang="fr-FR" sz="1400" dirty="0"/>
          </a:p>
        </p:txBody>
      </p:sp>
      <p:sp>
        <p:nvSpPr>
          <p:cNvPr id="37" name="Rectangle 36"/>
          <p:cNvSpPr/>
          <p:nvPr/>
        </p:nvSpPr>
        <p:spPr>
          <a:xfrm>
            <a:off x="2470663" y="2954394"/>
            <a:ext cx="324000" cy="288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ZoneTexte 37"/>
          <p:cNvSpPr txBox="1"/>
          <p:nvPr/>
        </p:nvSpPr>
        <p:spPr>
          <a:xfrm>
            <a:off x="2413269" y="2987409"/>
            <a:ext cx="496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err="1" smtClean="0"/>
              <a:t>Img</a:t>
            </a:r>
            <a:endParaRPr lang="fr-FR" sz="1000" dirty="0"/>
          </a:p>
        </p:txBody>
      </p:sp>
      <p:sp>
        <p:nvSpPr>
          <p:cNvPr id="42" name="Rectangle à coins arrondis 41"/>
          <p:cNvSpPr/>
          <p:nvPr/>
        </p:nvSpPr>
        <p:spPr>
          <a:xfrm>
            <a:off x="517750" y="3937860"/>
            <a:ext cx="3062030" cy="2502096"/>
          </a:xfrm>
          <a:prstGeom prst="roundRect">
            <a:avLst>
              <a:gd name="adj" fmla="val 1098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Rectangle 43"/>
          <p:cNvSpPr/>
          <p:nvPr/>
        </p:nvSpPr>
        <p:spPr>
          <a:xfrm>
            <a:off x="714983" y="4136362"/>
            <a:ext cx="1210110" cy="16741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ZoneTexte 44"/>
          <p:cNvSpPr txBox="1"/>
          <p:nvPr/>
        </p:nvSpPr>
        <p:spPr>
          <a:xfrm>
            <a:off x="858188" y="4584847"/>
            <a:ext cx="915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Couverture</a:t>
            </a:r>
          </a:p>
          <a:p>
            <a:endParaRPr lang="fr-FR" sz="1200" dirty="0"/>
          </a:p>
          <a:p>
            <a:r>
              <a:rPr lang="fr-FR" sz="1200" dirty="0" smtClean="0"/>
              <a:t>Livre</a:t>
            </a:r>
            <a:endParaRPr lang="fr-FR" sz="1200" dirty="0"/>
          </a:p>
        </p:txBody>
      </p:sp>
      <p:sp>
        <p:nvSpPr>
          <p:cNvPr id="46" name="ZoneTexte 45"/>
          <p:cNvSpPr txBox="1"/>
          <p:nvPr/>
        </p:nvSpPr>
        <p:spPr>
          <a:xfrm>
            <a:off x="2016742" y="4061876"/>
            <a:ext cx="117393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smtClean="0"/>
              <a:t>Titre</a:t>
            </a:r>
          </a:p>
          <a:p>
            <a:r>
              <a:rPr lang="fr-FR" sz="1100" dirty="0" smtClean="0"/>
              <a:t>Auteur </a:t>
            </a:r>
          </a:p>
          <a:p>
            <a:r>
              <a:rPr lang="fr-FR" sz="1100" dirty="0" smtClean="0"/>
              <a:t>Résumé du 4</a:t>
            </a:r>
            <a:r>
              <a:rPr lang="fr-FR" sz="1100" baseline="30000" dirty="0" smtClean="0"/>
              <a:t>ème</a:t>
            </a:r>
            <a:r>
              <a:rPr lang="fr-FR" sz="1100" dirty="0" smtClean="0"/>
              <a:t> couverture</a:t>
            </a:r>
          </a:p>
          <a:p>
            <a:endParaRPr lang="fr-FR" dirty="0"/>
          </a:p>
        </p:txBody>
      </p:sp>
      <p:sp>
        <p:nvSpPr>
          <p:cNvPr id="47" name="Rectangle 46"/>
          <p:cNvSpPr/>
          <p:nvPr/>
        </p:nvSpPr>
        <p:spPr>
          <a:xfrm>
            <a:off x="2090309" y="4061876"/>
            <a:ext cx="1265579" cy="21657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 à coins arrondis 48"/>
          <p:cNvSpPr/>
          <p:nvPr/>
        </p:nvSpPr>
        <p:spPr>
          <a:xfrm>
            <a:off x="457047" y="6655914"/>
            <a:ext cx="9805634" cy="25288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ZoneTexte 49"/>
          <p:cNvSpPr txBox="1"/>
          <p:nvPr/>
        </p:nvSpPr>
        <p:spPr>
          <a:xfrm>
            <a:off x="618300" y="6655914"/>
            <a:ext cx="8165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FAQ</a:t>
            </a:r>
            <a:endParaRPr lang="fr-FR" sz="1200" dirty="0"/>
          </a:p>
        </p:txBody>
      </p:sp>
      <p:sp>
        <p:nvSpPr>
          <p:cNvPr id="51" name="ZoneTexte 50"/>
          <p:cNvSpPr txBox="1"/>
          <p:nvPr/>
        </p:nvSpPr>
        <p:spPr>
          <a:xfrm>
            <a:off x="9640704" y="6655914"/>
            <a:ext cx="8165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Contact</a:t>
            </a:r>
            <a:endParaRPr lang="fr-FR" sz="1200" dirty="0"/>
          </a:p>
        </p:txBody>
      </p:sp>
      <p:sp>
        <p:nvSpPr>
          <p:cNvPr id="52" name="Rectangle 51"/>
          <p:cNvSpPr/>
          <p:nvPr/>
        </p:nvSpPr>
        <p:spPr>
          <a:xfrm>
            <a:off x="6405524" y="1789323"/>
            <a:ext cx="2881474" cy="16874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ZoneTexte 52"/>
          <p:cNvSpPr txBox="1"/>
          <p:nvPr/>
        </p:nvSpPr>
        <p:spPr>
          <a:xfrm>
            <a:off x="6705600" y="1912041"/>
            <a:ext cx="2254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Image bibliothèque</a:t>
            </a:r>
            <a:endParaRPr lang="fr-FR" dirty="0"/>
          </a:p>
        </p:txBody>
      </p:sp>
      <p:sp>
        <p:nvSpPr>
          <p:cNvPr id="55" name="ZoneTexte 54"/>
          <p:cNvSpPr txBox="1"/>
          <p:nvPr/>
        </p:nvSpPr>
        <p:spPr>
          <a:xfrm>
            <a:off x="605055" y="5878165"/>
            <a:ext cx="14299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smtClean="0"/>
              <a:t>Ajouté par |Prénom|</a:t>
            </a:r>
            <a:endParaRPr lang="fr-FR" sz="1100" dirty="0"/>
          </a:p>
        </p:txBody>
      </p:sp>
      <p:sp>
        <p:nvSpPr>
          <p:cNvPr id="68" name="Rectangle à coins arrondis 67"/>
          <p:cNvSpPr/>
          <p:nvPr/>
        </p:nvSpPr>
        <p:spPr>
          <a:xfrm>
            <a:off x="3676661" y="3937860"/>
            <a:ext cx="3062030" cy="2502096"/>
          </a:xfrm>
          <a:prstGeom prst="roundRect">
            <a:avLst>
              <a:gd name="adj" fmla="val 1098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Rectangle 68"/>
          <p:cNvSpPr/>
          <p:nvPr/>
        </p:nvSpPr>
        <p:spPr>
          <a:xfrm>
            <a:off x="3873894" y="4136362"/>
            <a:ext cx="1210110" cy="16741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ZoneTexte 69"/>
          <p:cNvSpPr txBox="1"/>
          <p:nvPr/>
        </p:nvSpPr>
        <p:spPr>
          <a:xfrm>
            <a:off x="4017099" y="4584847"/>
            <a:ext cx="915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Couverture</a:t>
            </a:r>
          </a:p>
          <a:p>
            <a:endParaRPr lang="fr-FR" sz="1200" dirty="0"/>
          </a:p>
          <a:p>
            <a:r>
              <a:rPr lang="fr-FR" sz="1200" dirty="0" smtClean="0"/>
              <a:t>Livre</a:t>
            </a:r>
            <a:endParaRPr lang="fr-FR" sz="1200" dirty="0"/>
          </a:p>
        </p:txBody>
      </p:sp>
      <p:sp>
        <p:nvSpPr>
          <p:cNvPr id="71" name="Rectangle 70"/>
          <p:cNvSpPr/>
          <p:nvPr/>
        </p:nvSpPr>
        <p:spPr>
          <a:xfrm>
            <a:off x="5249220" y="4061876"/>
            <a:ext cx="1265579" cy="21657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ZoneTexte 71"/>
          <p:cNvSpPr txBox="1"/>
          <p:nvPr/>
        </p:nvSpPr>
        <p:spPr>
          <a:xfrm>
            <a:off x="3763966" y="5878165"/>
            <a:ext cx="14299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smtClean="0"/>
              <a:t>Ajouté par |Prénom|</a:t>
            </a:r>
            <a:endParaRPr lang="fr-FR" sz="1100" dirty="0"/>
          </a:p>
        </p:txBody>
      </p:sp>
      <p:sp>
        <p:nvSpPr>
          <p:cNvPr id="73" name="Rectangle à coins arrondis 72"/>
          <p:cNvSpPr/>
          <p:nvPr/>
        </p:nvSpPr>
        <p:spPr>
          <a:xfrm>
            <a:off x="6879166" y="3937860"/>
            <a:ext cx="3062030" cy="2502096"/>
          </a:xfrm>
          <a:prstGeom prst="roundRect">
            <a:avLst>
              <a:gd name="adj" fmla="val 1098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4" name="Rectangle 73"/>
          <p:cNvSpPr/>
          <p:nvPr/>
        </p:nvSpPr>
        <p:spPr>
          <a:xfrm>
            <a:off x="7076399" y="4136362"/>
            <a:ext cx="1210110" cy="16741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ZoneTexte 74"/>
          <p:cNvSpPr txBox="1"/>
          <p:nvPr/>
        </p:nvSpPr>
        <p:spPr>
          <a:xfrm>
            <a:off x="7219604" y="4584847"/>
            <a:ext cx="915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Couverture</a:t>
            </a:r>
          </a:p>
          <a:p>
            <a:endParaRPr lang="fr-FR" sz="1200" dirty="0"/>
          </a:p>
          <a:p>
            <a:r>
              <a:rPr lang="fr-FR" sz="1200" dirty="0" smtClean="0"/>
              <a:t>Livre</a:t>
            </a:r>
            <a:endParaRPr lang="fr-FR" sz="1200" dirty="0"/>
          </a:p>
        </p:txBody>
      </p:sp>
      <p:sp>
        <p:nvSpPr>
          <p:cNvPr id="76" name="Rectangle 75"/>
          <p:cNvSpPr/>
          <p:nvPr/>
        </p:nvSpPr>
        <p:spPr>
          <a:xfrm>
            <a:off x="8451725" y="4061876"/>
            <a:ext cx="1265579" cy="21657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ZoneTexte 76"/>
          <p:cNvSpPr txBox="1"/>
          <p:nvPr/>
        </p:nvSpPr>
        <p:spPr>
          <a:xfrm>
            <a:off x="6966471" y="5878165"/>
            <a:ext cx="14299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smtClean="0"/>
              <a:t>Ajouté par |Prénom|</a:t>
            </a:r>
            <a:endParaRPr lang="fr-FR" sz="1100" dirty="0"/>
          </a:p>
        </p:txBody>
      </p:sp>
      <p:sp>
        <p:nvSpPr>
          <p:cNvPr id="78" name="ZoneTexte 77"/>
          <p:cNvSpPr txBox="1"/>
          <p:nvPr/>
        </p:nvSpPr>
        <p:spPr>
          <a:xfrm>
            <a:off x="5281237" y="4066926"/>
            <a:ext cx="117393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smtClean="0"/>
              <a:t>Titre</a:t>
            </a:r>
          </a:p>
          <a:p>
            <a:r>
              <a:rPr lang="fr-FR" sz="1100" dirty="0" smtClean="0"/>
              <a:t>Auteur </a:t>
            </a:r>
          </a:p>
          <a:p>
            <a:r>
              <a:rPr lang="fr-FR" sz="1100" dirty="0" smtClean="0"/>
              <a:t>Résumé du 4</a:t>
            </a:r>
            <a:r>
              <a:rPr lang="fr-FR" sz="1100" baseline="30000" dirty="0" smtClean="0"/>
              <a:t>ème</a:t>
            </a:r>
            <a:r>
              <a:rPr lang="fr-FR" sz="1100" dirty="0" smtClean="0"/>
              <a:t> couverture</a:t>
            </a:r>
          </a:p>
          <a:p>
            <a:endParaRPr lang="fr-FR" dirty="0"/>
          </a:p>
        </p:txBody>
      </p:sp>
      <p:sp>
        <p:nvSpPr>
          <p:cNvPr id="79" name="ZoneTexte 78"/>
          <p:cNvSpPr txBox="1"/>
          <p:nvPr/>
        </p:nvSpPr>
        <p:spPr>
          <a:xfrm>
            <a:off x="8488246" y="4098287"/>
            <a:ext cx="117393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smtClean="0"/>
              <a:t>Titre</a:t>
            </a:r>
          </a:p>
          <a:p>
            <a:r>
              <a:rPr lang="fr-FR" sz="1100" dirty="0" smtClean="0"/>
              <a:t>Auteur </a:t>
            </a:r>
          </a:p>
          <a:p>
            <a:r>
              <a:rPr lang="fr-FR" sz="1100" dirty="0" smtClean="0"/>
              <a:t>Résumé du 4</a:t>
            </a:r>
            <a:r>
              <a:rPr lang="fr-FR" sz="1100" baseline="30000" dirty="0" smtClean="0"/>
              <a:t>ème</a:t>
            </a:r>
            <a:r>
              <a:rPr lang="fr-FR" sz="1100" dirty="0" smtClean="0"/>
              <a:t> couverture</a:t>
            </a:r>
          </a:p>
          <a:p>
            <a:endParaRPr lang="fr-FR" dirty="0"/>
          </a:p>
        </p:txBody>
      </p:sp>
      <p:sp>
        <p:nvSpPr>
          <p:cNvPr id="80" name="ZoneTexte 79"/>
          <p:cNvSpPr txBox="1"/>
          <p:nvPr/>
        </p:nvSpPr>
        <p:spPr>
          <a:xfrm>
            <a:off x="618300" y="1912041"/>
            <a:ext cx="11326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Exemple profil </a:t>
            </a:r>
          </a:p>
          <a:p>
            <a:r>
              <a:rPr lang="fr-FR" dirty="0" smtClean="0"/>
              <a:t>Lecteur</a:t>
            </a:r>
            <a:endParaRPr lang="fr-FR" dirty="0"/>
          </a:p>
        </p:txBody>
      </p:sp>
      <p:sp>
        <p:nvSpPr>
          <p:cNvPr id="81" name="ZoneTexte 80"/>
          <p:cNvSpPr txBox="1"/>
          <p:nvPr/>
        </p:nvSpPr>
        <p:spPr>
          <a:xfrm>
            <a:off x="6259869" y="6642293"/>
            <a:ext cx="1308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Mentions légales</a:t>
            </a:r>
            <a:endParaRPr lang="fr-FR" sz="1200" dirty="0"/>
          </a:p>
        </p:txBody>
      </p:sp>
      <p:sp>
        <p:nvSpPr>
          <p:cNvPr id="82" name="ZoneTexte 81"/>
          <p:cNvSpPr txBox="1"/>
          <p:nvPr/>
        </p:nvSpPr>
        <p:spPr>
          <a:xfrm>
            <a:off x="7568119" y="6657346"/>
            <a:ext cx="1922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Politiques de confidentialité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889521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619655" y="214009"/>
            <a:ext cx="2071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+mj-lt"/>
              </a:rPr>
              <a:t>Page d’inscription</a:t>
            </a:r>
            <a:endParaRPr lang="fr-FR" dirty="0">
              <a:latin typeface="+mj-lt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6859620" y="223418"/>
            <a:ext cx="2071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+mj-lt"/>
              </a:rPr>
              <a:t>Page de connexion</a:t>
            </a:r>
            <a:endParaRPr lang="fr-FR" dirty="0"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3736" y="836579"/>
            <a:ext cx="4863830" cy="60214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5463701" y="836578"/>
            <a:ext cx="4863830" cy="60214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à coins arrondis 8"/>
          <p:cNvSpPr/>
          <p:nvPr/>
        </p:nvSpPr>
        <p:spPr>
          <a:xfrm>
            <a:off x="398835" y="904673"/>
            <a:ext cx="4523362" cy="79766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/>
          <p:cNvSpPr txBox="1"/>
          <p:nvPr/>
        </p:nvSpPr>
        <p:spPr>
          <a:xfrm>
            <a:off x="1750979" y="904673"/>
            <a:ext cx="1439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mtClean="0"/>
              <a:t>EntrePages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714983" y="980341"/>
            <a:ext cx="71984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smtClean="0"/>
              <a:t>Logo</a:t>
            </a:r>
          </a:p>
          <a:p>
            <a:endParaRPr lang="fr-FR" dirty="0"/>
          </a:p>
        </p:txBody>
      </p:sp>
      <p:sp>
        <p:nvSpPr>
          <p:cNvPr id="12" name="Rectangle 11"/>
          <p:cNvSpPr/>
          <p:nvPr/>
        </p:nvSpPr>
        <p:spPr>
          <a:xfrm>
            <a:off x="1750979" y="1257340"/>
            <a:ext cx="29851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Votre bibliothèque ouverte aux autres</a:t>
            </a:r>
            <a:r>
              <a:rPr lang="fr-FR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FR" dirty="0"/>
          </a:p>
        </p:txBody>
      </p:sp>
      <p:sp>
        <p:nvSpPr>
          <p:cNvPr id="13" name="Rectangle à coins arrondis 12"/>
          <p:cNvSpPr/>
          <p:nvPr/>
        </p:nvSpPr>
        <p:spPr>
          <a:xfrm>
            <a:off x="5677711" y="907145"/>
            <a:ext cx="4523362" cy="79766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/>
          <p:cNvSpPr txBox="1"/>
          <p:nvPr/>
        </p:nvSpPr>
        <p:spPr>
          <a:xfrm>
            <a:off x="7029855" y="907145"/>
            <a:ext cx="1439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mtClean="0"/>
              <a:t>EntrePages</a:t>
            </a:r>
            <a:endParaRPr lang="fr-FR" dirty="0"/>
          </a:p>
        </p:txBody>
      </p:sp>
      <p:sp>
        <p:nvSpPr>
          <p:cNvPr id="15" name="ZoneTexte 14"/>
          <p:cNvSpPr txBox="1"/>
          <p:nvPr/>
        </p:nvSpPr>
        <p:spPr>
          <a:xfrm>
            <a:off x="5993859" y="982813"/>
            <a:ext cx="71984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smtClean="0"/>
              <a:t>Logo</a:t>
            </a:r>
          </a:p>
          <a:p>
            <a:endParaRPr lang="fr-FR" dirty="0"/>
          </a:p>
        </p:txBody>
      </p:sp>
      <p:sp>
        <p:nvSpPr>
          <p:cNvPr id="16" name="Rectangle 15"/>
          <p:cNvSpPr/>
          <p:nvPr/>
        </p:nvSpPr>
        <p:spPr>
          <a:xfrm>
            <a:off x="7029855" y="1259812"/>
            <a:ext cx="29851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Votre bibliothèque ouverte aux autres</a:t>
            </a:r>
            <a:r>
              <a:rPr lang="fr-FR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FR" dirty="0"/>
          </a:p>
        </p:txBody>
      </p:sp>
      <p:sp>
        <p:nvSpPr>
          <p:cNvPr id="17" name="Rectangle à coins arrondis 16"/>
          <p:cNvSpPr/>
          <p:nvPr/>
        </p:nvSpPr>
        <p:spPr>
          <a:xfrm>
            <a:off x="398835" y="6516127"/>
            <a:ext cx="4523362" cy="26494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/>
          <p:cNvSpPr txBox="1"/>
          <p:nvPr/>
        </p:nvSpPr>
        <p:spPr>
          <a:xfrm>
            <a:off x="398835" y="6504070"/>
            <a:ext cx="8165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FAQ</a:t>
            </a:r>
            <a:endParaRPr lang="fr-FR" sz="1200" dirty="0"/>
          </a:p>
        </p:txBody>
      </p:sp>
      <p:sp>
        <p:nvSpPr>
          <p:cNvPr id="19" name="ZoneTexte 18"/>
          <p:cNvSpPr txBox="1"/>
          <p:nvPr/>
        </p:nvSpPr>
        <p:spPr>
          <a:xfrm>
            <a:off x="4280766" y="6516127"/>
            <a:ext cx="8165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Contact</a:t>
            </a:r>
            <a:endParaRPr lang="fr-FR" sz="1200" dirty="0"/>
          </a:p>
        </p:txBody>
      </p:sp>
      <p:sp>
        <p:nvSpPr>
          <p:cNvPr id="21" name="Rectangle à coins arrondis 20"/>
          <p:cNvSpPr/>
          <p:nvPr/>
        </p:nvSpPr>
        <p:spPr>
          <a:xfrm>
            <a:off x="5677711" y="6524432"/>
            <a:ext cx="4523362" cy="26494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/>
          <p:cNvSpPr txBox="1"/>
          <p:nvPr/>
        </p:nvSpPr>
        <p:spPr>
          <a:xfrm>
            <a:off x="5677711" y="6512375"/>
            <a:ext cx="8165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FAQ</a:t>
            </a:r>
            <a:endParaRPr lang="fr-FR" sz="1200" dirty="0"/>
          </a:p>
        </p:txBody>
      </p:sp>
      <p:sp>
        <p:nvSpPr>
          <p:cNvPr id="23" name="ZoneTexte 22"/>
          <p:cNvSpPr txBox="1"/>
          <p:nvPr/>
        </p:nvSpPr>
        <p:spPr>
          <a:xfrm>
            <a:off x="9559642" y="6524432"/>
            <a:ext cx="8165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Contact</a:t>
            </a:r>
            <a:endParaRPr lang="fr-FR" sz="1200" dirty="0"/>
          </a:p>
        </p:txBody>
      </p:sp>
      <p:sp>
        <p:nvSpPr>
          <p:cNvPr id="24" name="Rectangle à coins arrondis 23"/>
          <p:cNvSpPr/>
          <p:nvPr/>
        </p:nvSpPr>
        <p:spPr>
          <a:xfrm>
            <a:off x="6319734" y="2470825"/>
            <a:ext cx="3151762" cy="3499325"/>
          </a:xfrm>
          <a:prstGeom prst="roundRect">
            <a:avLst>
              <a:gd name="adj" fmla="val 679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7" name="ZoneTexte 26"/>
          <p:cNvSpPr txBox="1"/>
          <p:nvPr/>
        </p:nvSpPr>
        <p:spPr>
          <a:xfrm>
            <a:off x="6420255" y="1857983"/>
            <a:ext cx="2898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Bonjour !</a:t>
            </a:r>
            <a:endParaRPr lang="fr-FR" dirty="0"/>
          </a:p>
        </p:txBody>
      </p:sp>
      <p:sp>
        <p:nvSpPr>
          <p:cNvPr id="28" name="ZoneTexte 27"/>
          <p:cNvSpPr txBox="1"/>
          <p:nvPr/>
        </p:nvSpPr>
        <p:spPr>
          <a:xfrm>
            <a:off x="6494240" y="2957209"/>
            <a:ext cx="1394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Identifiant</a:t>
            </a:r>
            <a:endParaRPr lang="fr-FR" sz="1200" dirty="0"/>
          </a:p>
        </p:txBody>
      </p:sp>
      <p:sp>
        <p:nvSpPr>
          <p:cNvPr id="30" name="Rectangle 29"/>
          <p:cNvSpPr/>
          <p:nvPr/>
        </p:nvSpPr>
        <p:spPr>
          <a:xfrm>
            <a:off x="6585626" y="3234208"/>
            <a:ext cx="2655651" cy="3747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ZoneTexte 30"/>
          <p:cNvSpPr txBox="1"/>
          <p:nvPr/>
        </p:nvSpPr>
        <p:spPr>
          <a:xfrm>
            <a:off x="6490998" y="3732180"/>
            <a:ext cx="1394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Mot de passe</a:t>
            </a:r>
            <a:endParaRPr lang="fr-FR" sz="1200" dirty="0"/>
          </a:p>
        </p:txBody>
      </p:sp>
      <p:sp>
        <p:nvSpPr>
          <p:cNvPr id="32" name="Rectangle 31"/>
          <p:cNvSpPr/>
          <p:nvPr/>
        </p:nvSpPr>
        <p:spPr>
          <a:xfrm>
            <a:off x="6582384" y="4009179"/>
            <a:ext cx="2655651" cy="3747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/>
          <p:cNvSpPr txBox="1"/>
          <p:nvPr/>
        </p:nvSpPr>
        <p:spPr>
          <a:xfrm>
            <a:off x="8234165" y="4761543"/>
            <a:ext cx="108493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Connexion</a:t>
            </a:r>
            <a:endParaRPr lang="fr-FR" sz="1200" dirty="0"/>
          </a:p>
        </p:txBody>
      </p:sp>
      <p:sp>
        <p:nvSpPr>
          <p:cNvPr id="34" name="Rectangle à coins arrondis 33"/>
          <p:cNvSpPr/>
          <p:nvPr/>
        </p:nvSpPr>
        <p:spPr>
          <a:xfrm>
            <a:off x="974983" y="2470825"/>
            <a:ext cx="3151762" cy="3499325"/>
          </a:xfrm>
          <a:prstGeom prst="roundRect">
            <a:avLst>
              <a:gd name="adj" fmla="val 679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5" name="ZoneTexte 34"/>
          <p:cNvSpPr txBox="1"/>
          <p:nvPr/>
        </p:nvSpPr>
        <p:spPr>
          <a:xfrm>
            <a:off x="1075504" y="1857983"/>
            <a:ext cx="2898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Bonjour !</a:t>
            </a:r>
            <a:endParaRPr lang="fr-FR" dirty="0"/>
          </a:p>
        </p:txBody>
      </p:sp>
      <p:sp>
        <p:nvSpPr>
          <p:cNvPr id="36" name="ZoneTexte 35"/>
          <p:cNvSpPr txBox="1"/>
          <p:nvPr/>
        </p:nvSpPr>
        <p:spPr>
          <a:xfrm>
            <a:off x="1237633" y="2627532"/>
            <a:ext cx="1394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Nom</a:t>
            </a:r>
            <a:endParaRPr lang="fr-FR" sz="1200" dirty="0"/>
          </a:p>
        </p:txBody>
      </p:sp>
      <p:sp>
        <p:nvSpPr>
          <p:cNvPr id="37" name="Rectangle 36"/>
          <p:cNvSpPr/>
          <p:nvPr/>
        </p:nvSpPr>
        <p:spPr>
          <a:xfrm>
            <a:off x="1223038" y="2914126"/>
            <a:ext cx="2655651" cy="3747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ZoneTexte 37"/>
          <p:cNvSpPr txBox="1"/>
          <p:nvPr/>
        </p:nvSpPr>
        <p:spPr>
          <a:xfrm>
            <a:off x="1215365" y="3354570"/>
            <a:ext cx="1394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Prénom</a:t>
            </a:r>
            <a:endParaRPr lang="fr-FR" sz="1200" dirty="0"/>
          </a:p>
        </p:txBody>
      </p:sp>
      <p:sp>
        <p:nvSpPr>
          <p:cNvPr id="39" name="Rectangle 38"/>
          <p:cNvSpPr/>
          <p:nvPr/>
        </p:nvSpPr>
        <p:spPr>
          <a:xfrm>
            <a:off x="1237633" y="3631569"/>
            <a:ext cx="2655651" cy="3747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ZoneTexte 39"/>
          <p:cNvSpPr txBox="1"/>
          <p:nvPr/>
        </p:nvSpPr>
        <p:spPr>
          <a:xfrm>
            <a:off x="2808351" y="5557928"/>
            <a:ext cx="108493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Inscription</a:t>
            </a:r>
            <a:endParaRPr lang="fr-FR" sz="1200" dirty="0"/>
          </a:p>
        </p:txBody>
      </p:sp>
      <p:sp>
        <p:nvSpPr>
          <p:cNvPr id="41" name="ZoneTexte 40"/>
          <p:cNvSpPr txBox="1"/>
          <p:nvPr/>
        </p:nvSpPr>
        <p:spPr>
          <a:xfrm>
            <a:off x="1215365" y="4515314"/>
            <a:ext cx="2765835" cy="276999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Formulaire d’inscription à faire évoluer</a:t>
            </a:r>
            <a:endParaRPr lang="fr-FR" sz="1200" dirty="0"/>
          </a:p>
        </p:txBody>
      </p:sp>
      <p:sp>
        <p:nvSpPr>
          <p:cNvPr id="42" name="ZoneTexte 41"/>
          <p:cNvSpPr txBox="1"/>
          <p:nvPr/>
        </p:nvSpPr>
        <p:spPr>
          <a:xfrm>
            <a:off x="6420255" y="5557928"/>
            <a:ext cx="108493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err="1" smtClean="0"/>
              <a:t>Inscrption</a:t>
            </a:r>
            <a:endParaRPr lang="fr-FR" sz="1200" dirty="0"/>
          </a:p>
        </p:txBody>
      </p:sp>
      <p:sp>
        <p:nvSpPr>
          <p:cNvPr id="43" name="ZoneTexte 42"/>
          <p:cNvSpPr txBox="1"/>
          <p:nvPr/>
        </p:nvSpPr>
        <p:spPr>
          <a:xfrm>
            <a:off x="7764292" y="5557927"/>
            <a:ext cx="1614791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Mot de passe oublié ? 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2783652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23736" y="129025"/>
            <a:ext cx="2071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+mj-lt"/>
              </a:rPr>
              <a:t>Page Utilisateur</a:t>
            </a:r>
            <a:endParaRPr lang="fr-FR" dirty="0"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3735" y="498357"/>
            <a:ext cx="10087583" cy="6359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à coins arrondis 8"/>
          <p:cNvSpPr/>
          <p:nvPr/>
        </p:nvSpPr>
        <p:spPr>
          <a:xfrm>
            <a:off x="398835" y="623376"/>
            <a:ext cx="9640110" cy="79766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/>
          <p:cNvSpPr txBox="1"/>
          <p:nvPr/>
        </p:nvSpPr>
        <p:spPr>
          <a:xfrm>
            <a:off x="1750979" y="623376"/>
            <a:ext cx="1439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 smtClean="0"/>
              <a:t>EntrePages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714983" y="699044"/>
            <a:ext cx="71984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smtClean="0"/>
              <a:t>Logo</a:t>
            </a:r>
          </a:p>
          <a:p>
            <a:endParaRPr lang="fr-FR" dirty="0"/>
          </a:p>
        </p:txBody>
      </p:sp>
      <p:sp>
        <p:nvSpPr>
          <p:cNvPr id="12" name="Rectangle 11"/>
          <p:cNvSpPr/>
          <p:nvPr/>
        </p:nvSpPr>
        <p:spPr>
          <a:xfrm>
            <a:off x="1750979" y="976043"/>
            <a:ext cx="29851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Votre bibliothèque ouverte aux autres</a:t>
            </a:r>
            <a:r>
              <a:rPr lang="fr-FR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FR" dirty="0"/>
          </a:p>
        </p:txBody>
      </p:sp>
      <p:sp>
        <p:nvSpPr>
          <p:cNvPr id="17" name="Rectangle à coins arrondis 16"/>
          <p:cNvSpPr/>
          <p:nvPr/>
        </p:nvSpPr>
        <p:spPr>
          <a:xfrm>
            <a:off x="398835" y="6516127"/>
            <a:ext cx="9805480" cy="26494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/>
          <p:cNvSpPr txBox="1"/>
          <p:nvPr/>
        </p:nvSpPr>
        <p:spPr>
          <a:xfrm>
            <a:off x="398835" y="6504070"/>
            <a:ext cx="8165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FAQ</a:t>
            </a:r>
            <a:endParaRPr lang="fr-FR" sz="1200" dirty="0"/>
          </a:p>
        </p:txBody>
      </p:sp>
      <p:sp>
        <p:nvSpPr>
          <p:cNvPr id="19" name="ZoneTexte 18"/>
          <p:cNvSpPr txBox="1"/>
          <p:nvPr/>
        </p:nvSpPr>
        <p:spPr>
          <a:xfrm>
            <a:off x="9548290" y="6516127"/>
            <a:ext cx="8165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Contact</a:t>
            </a:r>
            <a:endParaRPr lang="fr-FR" sz="1200" dirty="0"/>
          </a:p>
        </p:txBody>
      </p:sp>
      <p:sp>
        <p:nvSpPr>
          <p:cNvPr id="34" name="Rectangle à coins arrondis 33"/>
          <p:cNvSpPr/>
          <p:nvPr/>
        </p:nvSpPr>
        <p:spPr>
          <a:xfrm>
            <a:off x="488600" y="1546063"/>
            <a:ext cx="2702072" cy="4881076"/>
          </a:xfrm>
          <a:prstGeom prst="roundRect">
            <a:avLst>
              <a:gd name="adj" fmla="val 679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4" name="Rectangle 43"/>
          <p:cNvSpPr/>
          <p:nvPr/>
        </p:nvSpPr>
        <p:spPr>
          <a:xfrm>
            <a:off x="9309696" y="750482"/>
            <a:ext cx="504000" cy="504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ZoneTexte 44"/>
          <p:cNvSpPr txBox="1"/>
          <p:nvPr/>
        </p:nvSpPr>
        <p:spPr>
          <a:xfrm>
            <a:off x="9316855" y="771649"/>
            <a:ext cx="1444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Icone</a:t>
            </a:r>
          </a:p>
          <a:p>
            <a:r>
              <a:rPr lang="fr-FR" sz="1200" dirty="0" smtClean="0"/>
              <a:t>Déconnexion</a:t>
            </a:r>
            <a:endParaRPr lang="fr-FR" sz="1200" dirty="0"/>
          </a:p>
        </p:txBody>
      </p:sp>
      <p:sp>
        <p:nvSpPr>
          <p:cNvPr id="46" name="ZoneTexte 45"/>
          <p:cNvSpPr txBox="1"/>
          <p:nvPr/>
        </p:nvSpPr>
        <p:spPr>
          <a:xfrm>
            <a:off x="3397445" y="2093052"/>
            <a:ext cx="1444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Icone</a:t>
            </a:r>
          </a:p>
          <a:p>
            <a:r>
              <a:rPr lang="fr-FR" sz="1200" dirty="0" smtClean="0"/>
              <a:t>Ajouter un livre</a:t>
            </a:r>
            <a:endParaRPr lang="fr-FR" sz="1200" dirty="0"/>
          </a:p>
        </p:txBody>
      </p:sp>
      <p:sp>
        <p:nvSpPr>
          <p:cNvPr id="47" name="Rectangle 46"/>
          <p:cNvSpPr/>
          <p:nvPr/>
        </p:nvSpPr>
        <p:spPr>
          <a:xfrm>
            <a:off x="8223373" y="762283"/>
            <a:ext cx="504000" cy="504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>
            <a:off x="1527243" y="1976432"/>
            <a:ext cx="768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 smtClean="0"/>
              <a:t>Img</a:t>
            </a:r>
            <a:r>
              <a:rPr lang="fr-FR" sz="1400" dirty="0" smtClean="0"/>
              <a:t> profil</a:t>
            </a:r>
            <a:endParaRPr lang="fr-FR" sz="1400" dirty="0"/>
          </a:p>
        </p:txBody>
      </p:sp>
      <p:sp>
        <p:nvSpPr>
          <p:cNvPr id="5" name="ZoneTexte 4"/>
          <p:cNvSpPr txBox="1"/>
          <p:nvPr/>
        </p:nvSpPr>
        <p:spPr>
          <a:xfrm>
            <a:off x="714983" y="2898843"/>
            <a:ext cx="2251953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Description (modifiable par l’utilisateur)</a:t>
            </a:r>
          </a:p>
          <a:p>
            <a:endParaRPr lang="fr-FR" sz="1200" dirty="0"/>
          </a:p>
          <a:p>
            <a:endParaRPr lang="fr-FR" sz="1200" dirty="0" smtClean="0"/>
          </a:p>
          <a:p>
            <a:endParaRPr lang="fr-FR" sz="1200" dirty="0"/>
          </a:p>
          <a:p>
            <a:endParaRPr lang="fr-FR" sz="1200" dirty="0" smtClean="0"/>
          </a:p>
        </p:txBody>
      </p:sp>
      <p:sp>
        <p:nvSpPr>
          <p:cNvPr id="48" name="ZoneTexte 47"/>
          <p:cNvSpPr txBox="1"/>
          <p:nvPr/>
        </p:nvSpPr>
        <p:spPr>
          <a:xfrm>
            <a:off x="713659" y="4188160"/>
            <a:ext cx="225195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Livre à prêter : XX</a:t>
            </a:r>
          </a:p>
          <a:p>
            <a:r>
              <a:rPr lang="fr-FR" sz="1200" dirty="0" smtClean="0"/>
              <a:t>Livres prêtés : XX</a:t>
            </a:r>
          </a:p>
          <a:p>
            <a:r>
              <a:rPr lang="fr-FR" sz="1200" dirty="0" smtClean="0"/>
              <a:t>Livres empruntés :</a:t>
            </a:r>
            <a:r>
              <a:rPr lang="fr-FR" sz="1200" dirty="0"/>
              <a:t> </a:t>
            </a:r>
            <a:r>
              <a:rPr lang="fr-FR" sz="1200" dirty="0" smtClean="0"/>
              <a:t>XX</a:t>
            </a:r>
          </a:p>
        </p:txBody>
      </p:sp>
      <p:sp>
        <p:nvSpPr>
          <p:cNvPr id="49" name="ZoneTexte 48"/>
          <p:cNvSpPr txBox="1"/>
          <p:nvPr/>
        </p:nvSpPr>
        <p:spPr>
          <a:xfrm>
            <a:off x="713658" y="4984483"/>
            <a:ext cx="2251953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Citation préférée :</a:t>
            </a:r>
          </a:p>
          <a:p>
            <a:r>
              <a:rPr lang="fr-FR" sz="1200" dirty="0" smtClean="0"/>
              <a:t>« ….. »</a:t>
            </a:r>
          </a:p>
          <a:p>
            <a:r>
              <a:rPr lang="fr-FR" sz="1200" dirty="0"/>
              <a:t> </a:t>
            </a:r>
            <a:endParaRPr lang="fr-FR" sz="1200" dirty="0" smtClean="0"/>
          </a:p>
          <a:p>
            <a:r>
              <a:rPr lang="fr-FR" sz="1200" dirty="0" smtClean="0"/>
              <a:t>Si pas de citation renseignée, ne rien afficher 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95493" y="1915084"/>
            <a:ext cx="864000" cy="86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/>
          <p:cNvSpPr/>
          <p:nvPr/>
        </p:nvSpPr>
        <p:spPr>
          <a:xfrm>
            <a:off x="3317131" y="1571036"/>
            <a:ext cx="4141023" cy="4856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/>
          <p:cNvSpPr/>
          <p:nvPr/>
        </p:nvSpPr>
        <p:spPr>
          <a:xfrm>
            <a:off x="3560323" y="3346343"/>
            <a:ext cx="3725694" cy="774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Rectangle 49"/>
          <p:cNvSpPr/>
          <p:nvPr/>
        </p:nvSpPr>
        <p:spPr>
          <a:xfrm>
            <a:off x="3560323" y="4423163"/>
            <a:ext cx="3725694" cy="774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Rectangle 50"/>
          <p:cNvSpPr/>
          <p:nvPr/>
        </p:nvSpPr>
        <p:spPr>
          <a:xfrm>
            <a:off x="3560323" y="5679314"/>
            <a:ext cx="3725694" cy="7746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Rectangle 51"/>
          <p:cNvSpPr/>
          <p:nvPr/>
        </p:nvSpPr>
        <p:spPr>
          <a:xfrm>
            <a:off x="3669973" y="2679279"/>
            <a:ext cx="466928" cy="6225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Rectangle 52"/>
          <p:cNvSpPr/>
          <p:nvPr/>
        </p:nvSpPr>
        <p:spPr>
          <a:xfrm>
            <a:off x="4269227" y="2679279"/>
            <a:ext cx="466928" cy="6225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Rectangle 53"/>
          <p:cNvSpPr/>
          <p:nvPr/>
        </p:nvSpPr>
        <p:spPr>
          <a:xfrm>
            <a:off x="4871946" y="2679279"/>
            <a:ext cx="466928" cy="6225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Rectangle 54"/>
          <p:cNvSpPr/>
          <p:nvPr/>
        </p:nvSpPr>
        <p:spPr>
          <a:xfrm>
            <a:off x="4328212" y="3756099"/>
            <a:ext cx="466928" cy="6225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Rectangle 55"/>
          <p:cNvSpPr/>
          <p:nvPr/>
        </p:nvSpPr>
        <p:spPr>
          <a:xfrm>
            <a:off x="4927466" y="3756099"/>
            <a:ext cx="466928" cy="6225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Rectangle 56"/>
          <p:cNvSpPr/>
          <p:nvPr/>
        </p:nvSpPr>
        <p:spPr>
          <a:xfrm>
            <a:off x="5530185" y="3756099"/>
            <a:ext cx="466928" cy="6225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Rectangle 57"/>
          <p:cNvSpPr/>
          <p:nvPr/>
        </p:nvSpPr>
        <p:spPr>
          <a:xfrm>
            <a:off x="5035088" y="5012250"/>
            <a:ext cx="466928" cy="6225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Rectangle 58"/>
          <p:cNvSpPr/>
          <p:nvPr/>
        </p:nvSpPr>
        <p:spPr>
          <a:xfrm>
            <a:off x="5634342" y="5012250"/>
            <a:ext cx="466928" cy="6225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Rectangle 59"/>
          <p:cNvSpPr/>
          <p:nvPr/>
        </p:nvSpPr>
        <p:spPr>
          <a:xfrm>
            <a:off x="6237061" y="5012250"/>
            <a:ext cx="466928" cy="6225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Rectangle 60"/>
          <p:cNvSpPr/>
          <p:nvPr/>
        </p:nvSpPr>
        <p:spPr>
          <a:xfrm>
            <a:off x="6132904" y="3756099"/>
            <a:ext cx="466928" cy="6225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Rectangle 61"/>
          <p:cNvSpPr/>
          <p:nvPr/>
        </p:nvSpPr>
        <p:spPr>
          <a:xfrm>
            <a:off x="6703989" y="2900588"/>
            <a:ext cx="484751" cy="40126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ZoneTexte 62"/>
          <p:cNvSpPr txBox="1"/>
          <p:nvPr/>
        </p:nvSpPr>
        <p:spPr>
          <a:xfrm>
            <a:off x="3678931" y="2922492"/>
            <a:ext cx="4847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 smtClean="0"/>
              <a:t>Livre</a:t>
            </a:r>
            <a:endParaRPr lang="fr-FR" sz="900" dirty="0"/>
          </a:p>
        </p:txBody>
      </p:sp>
      <p:sp>
        <p:nvSpPr>
          <p:cNvPr id="64" name="ZoneTexte 63"/>
          <p:cNvSpPr txBox="1"/>
          <p:nvPr/>
        </p:nvSpPr>
        <p:spPr>
          <a:xfrm>
            <a:off x="4299443" y="2922307"/>
            <a:ext cx="4847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 smtClean="0"/>
              <a:t>Livre</a:t>
            </a:r>
            <a:endParaRPr lang="fr-FR" sz="900" dirty="0"/>
          </a:p>
        </p:txBody>
      </p:sp>
      <p:sp>
        <p:nvSpPr>
          <p:cNvPr id="65" name="ZoneTexte 64"/>
          <p:cNvSpPr txBox="1"/>
          <p:nvPr/>
        </p:nvSpPr>
        <p:spPr>
          <a:xfrm>
            <a:off x="4910624" y="2922307"/>
            <a:ext cx="4847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 smtClean="0"/>
              <a:t>Livre</a:t>
            </a:r>
            <a:endParaRPr lang="fr-FR" sz="900" dirty="0"/>
          </a:p>
        </p:txBody>
      </p:sp>
      <p:sp>
        <p:nvSpPr>
          <p:cNvPr id="66" name="ZoneTexte 65"/>
          <p:cNvSpPr txBox="1"/>
          <p:nvPr/>
        </p:nvSpPr>
        <p:spPr>
          <a:xfrm>
            <a:off x="4374849" y="3951968"/>
            <a:ext cx="4847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 smtClean="0"/>
              <a:t>Livre</a:t>
            </a:r>
            <a:endParaRPr lang="fr-FR" sz="900" dirty="0"/>
          </a:p>
        </p:txBody>
      </p:sp>
      <p:sp>
        <p:nvSpPr>
          <p:cNvPr id="67" name="ZoneTexte 66"/>
          <p:cNvSpPr txBox="1"/>
          <p:nvPr/>
        </p:nvSpPr>
        <p:spPr>
          <a:xfrm>
            <a:off x="4936399" y="3951968"/>
            <a:ext cx="4847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 smtClean="0"/>
              <a:t>Livre</a:t>
            </a:r>
            <a:endParaRPr lang="fr-FR" sz="900" dirty="0"/>
          </a:p>
        </p:txBody>
      </p:sp>
      <p:sp>
        <p:nvSpPr>
          <p:cNvPr id="68" name="ZoneTexte 67"/>
          <p:cNvSpPr txBox="1"/>
          <p:nvPr/>
        </p:nvSpPr>
        <p:spPr>
          <a:xfrm>
            <a:off x="5547194" y="3936520"/>
            <a:ext cx="4847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 smtClean="0"/>
              <a:t>Livre</a:t>
            </a:r>
            <a:endParaRPr lang="fr-FR" sz="900" dirty="0"/>
          </a:p>
        </p:txBody>
      </p:sp>
      <p:sp>
        <p:nvSpPr>
          <p:cNvPr id="69" name="ZoneTexte 68"/>
          <p:cNvSpPr txBox="1"/>
          <p:nvPr/>
        </p:nvSpPr>
        <p:spPr>
          <a:xfrm>
            <a:off x="6141862" y="3946322"/>
            <a:ext cx="4847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 smtClean="0"/>
              <a:t>Livre</a:t>
            </a:r>
            <a:endParaRPr lang="fr-FR" sz="900" dirty="0"/>
          </a:p>
        </p:txBody>
      </p:sp>
      <p:sp>
        <p:nvSpPr>
          <p:cNvPr id="70" name="ZoneTexte 69"/>
          <p:cNvSpPr txBox="1"/>
          <p:nvPr/>
        </p:nvSpPr>
        <p:spPr>
          <a:xfrm>
            <a:off x="5045464" y="5200223"/>
            <a:ext cx="4847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 smtClean="0"/>
              <a:t>Livre</a:t>
            </a:r>
            <a:endParaRPr lang="fr-FR" sz="900" dirty="0"/>
          </a:p>
        </p:txBody>
      </p:sp>
      <p:sp>
        <p:nvSpPr>
          <p:cNvPr id="71" name="ZoneTexte 70"/>
          <p:cNvSpPr txBox="1"/>
          <p:nvPr/>
        </p:nvSpPr>
        <p:spPr>
          <a:xfrm>
            <a:off x="5656645" y="5189540"/>
            <a:ext cx="4847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 smtClean="0"/>
              <a:t>Livre</a:t>
            </a:r>
            <a:endParaRPr lang="fr-FR" sz="900" dirty="0"/>
          </a:p>
        </p:txBody>
      </p:sp>
      <p:sp>
        <p:nvSpPr>
          <p:cNvPr id="72" name="ZoneTexte 71"/>
          <p:cNvSpPr txBox="1"/>
          <p:nvPr/>
        </p:nvSpPr>
        <p:spPr>
          <a:xfrm>
            <a:off x="6227730" y="5199871"/>
            <a:ext cx="4847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 smtClean="0"/>
              <a:t>Livre</a:t>
            </a:r>
            <a:endParaRPr lang="fr-FR" sz="900" dirty="0"/>
          </a:p>
        </p:txBody>
      </p:sp>
      <p:sp>
        <p:nvSpPr>
          <p:cNvPr id="73" name="ZoneTexte 72"/>
          <p:cNvSpPr txBox="1"/>
          <p:nvPr/>
        </p:nvSpPr>
        <p:spPr>
          <a:xfrm>
            <a:off x="6627167" y="2959809"/>
            <a:ext cx="10090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err="1" smtClean="0"/>
              <a:t>Img</a:t>
            </a:r>
            <a:r>
              <a:rPr lang="fr-FR" sz="1000" dirty="0" smtClean="0"/>
              <a:t> plante</a:t>
            </a:r>
            <a:endParaRPr lang="fr-FR" sz="1000" dirty="0"/>
          </a:p>
        </p:txBody>
      </p:sp>
      <p:sp>
        <p:nvSpPr>
          <p:cNvPr id="74" name="Rectangle 73"/>
          <p:cNvSpPr/>
          <p:nvPr/>
        </p:nvSpPr>
        <p:spPr>
          <a:xfrm>
            <a:off x="3678931" y="5023328"/>
            <a:ext cx="484721" cy="5409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ZoneTexte 74"/>
          <p:cNvSpPr txBox="1"/>
          <p:nvPr/>
        </p:nvSpPr>
        <p:spPr>
          <a:xfrm>
            <a:off x="3609112" y="5131803"/>
            <a:ext cx="10700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err="1" smtClean="0"/>
              <a:t>Imp</a:t>
            </a:r>
            <a:r>
              <a:rPr lang="fr-FR" sz="1000" dirty="0" smtClean="0"/>
              <a:t> lampe</a:t>
            </a:r>
            <a:endParaRPr lang="fr-FR" sz="1000" dirty="0"/>
          </a:p>
        </p:txBody>
      </p:sp>
      <p:sp>
        <p:nvSpPr>
          <p:cNvPr id="76" name="Rectangle à coins arrondis 75"/>
          <p:cNvSpPr/>
          <p:nvPr/>
        </p:nvSpPr>
        <p:spPr>
          <a:xfrm>
            <a:off x="7529209" y="1571036"/>
            <a:ext cx="2597285" cy="9286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ZoneTexte 76"/>
          <p:cNvSpPr txBox="1"/>
          <p:nvPr/>
        </p:nvSpPr>
        <p:spPr>
          <a:xfrm>
            <a:off x="7772399" y="1643974"/>
            <a:ext cx="26542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smtClean="0"/>
              <a:t>Recherche dans la bibliothèque commune </a:t>
            </a:r>
            <a:endParaRPr lang="fr-FR" sz="1000" dirty="0"/>
          </a:p>
        </p:txBody>
      </p:sp>
      <p:sp>
        <p:nvSpPr>
          <p:cNvPr id="78" name="ZoneTexte 77"/>
          <p:cNvSpPr txBox="1"/>
          <p:nvPr/>
        </p:nvSpPr>
        <p:spPr>
          <a:xfrm>
            <a:off x="7772399" y="1890195"/>
            <a:ext cx="12451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smtClean="0"/>
              <a:t>Par titre :</a:t>
            </a:r>
            <a:endParaRPr lang="fr-FR" sz="1000" dirty="0"/>
          </a:p>
        </p:txBody>
      </p:sp>
      <p:sp>
        <p:nvSpPr>
          <p:cNvPr id="79" name="ZoneTexte 78"/>
          <p:cNvSpPr txBox="1"/>
          <p:nvPr/>
        </p:nvSpPr>
        <p:spPr>
          <a:xfrm>
            <a:off x="7770953" y="2149084"/>
            <a:ext cx="12451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smtClean="0"/>
              <a:t>Disponible :</a:t>
            </a:r>
            <a:endParaRPr lang="fr-FR" sz="1000" dirty="0"/>
          </a:p>
        </p:txBody>
      </p:sp>
      <p:sp>
        <p:nvSpPr>
          <p:cNvPr id="81" name="Rectangle 80"/>
          <p:cNvSpPr/>
          <p:nvPr/>
        </p:nvSpPr>
        <p:spPr>
          <a:xfrm>
            <a:off x="8393523" y="1902252"/>
            <a:ext cx="1420173" cy="2113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2" name="ZoneTexte 81"/>
          <p:cNvSpPr txBox="1"/>
          <p:nvPr/>
        </p:nvSpPr>
        <p:spPr>
          <a:xfrm>
            <a:off x="8560340" y="2149084"/>
            <a:ext cx="455753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000" dirty="0" smtClean="0"/>
              <a:t>oui</a:t>
            </a:r>
            <a:endParaRPr lang="fr-FR" sz="1000" dirty="0"/>
          </a:p>
        </p:txBody>
      </p:sp>
      <p:sp>
        <p:nvSpPr>
          <p:cNvPr id="83" name="ZoneTexte 82"/>
          <p:cNvSpPr txBox="1"/>
          <p:nvPr/>
        </p:nvSpPr>
        <p:spPr>
          <a:xfrm>
            <a:off x="9133476" y="2143844"/>
            <a:ext cx="455753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000" dirty="0" smtClean="0"/>
              <a:t>non</a:t>
            </a:r>
            <a:endParaRPr lang="fr-FR" sz="1000" dirty="0"/>
          </a:p>
        </p:txBody>
      </p:sp>
      <p:sp>
        <p:nvSpPr>
          <p:cNvPr id="84" name="Rectangle à coins arrondis 83"/>
          <p:cNvSpPr/>
          <p:nvPr/>
        </p:nvSpPr>
        <p:spPr>
          <a:xfrm>
            <a:off x="7529209" y="2588640"/>
            <a:ext cx="2597285" cy="3838499"/>
          </a:xfrm>
          <a:prstGeom prst="roundRect">
            <a:avLst>
              <a:gd name="adj" fmla="val 955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5" name="Rectangle 84"/>
          <p:cNvSpPr/>
          <p:nvPr/>
        </p:nvSpPr>
        <p:spPr>
          <a:xfrm>
            <a:off x="8058082" y="2831568"/>
            <a:ext cx="466928" cy="6225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6" name="Rectangle 85"/>
          <p:cNvSpPr/>
          <p:nvPr/>
        </p:nvSpPr>
        <p:spPr>
          <a:xfrm>
            <a:off x="9076232" y="2831568"/>
            <a:ext cx="466928" cy="6225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ZoneTexte 86"/>
          <p:cNvSpPr txBox="1"/>
          <p:nvPr/>
        </p:nvSpPr>
        <p:spPr>
          <a:xfrm>
            <a:off x="7985628" y="2977238"/>
            <a:ext cx="84222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 smtClean="0"/>
              <a:t>Couverture</a:t>
            </a:r>
            <a:endParaRPr lang="fr-FR" sz="900" dirty="0"/>
          </a:p>
        </p:txBody>
      </p:sp>
      <p:sp>
        <p:nvSpPr>
          <p:cNvPr id="88" name="ZoneTexte 87"/>
          <p:cNvSpPr txBox="1"/>
          <p:nvPr/>
        </p:nvSpPr>
        <p:spPr>
          <a:xfrm>
            <a:off x="9027018" y="2977238"/>
            <a:ext cx="842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 smtClean="0"/>
              <a:t>4</a:t>
            </a:r>
            <a:r>
              <a:rPr lang="fr-FR" sz="900" baseline="30000" dirty="0" smtClean="0"/>
              <a:t>ème</a:t>
            </a:r>
            <a:r>
              <a:rPr lang="fr-FR" sz="900" dirty="0" smtClean="0"/>
              <a:t> de couverture</a:t>
            </a:r>
            <a:endParaRPr lang="fr-FR" sz="900" dirty="0"/>
          </a:p>
        </p:txBody>
      </p:sp>
      <p:sp>
        <p:nvSpPr>
          <p:cNvPr id="89" name="ZoneTexte 88"/>
          <p:cNvSpPr txBox="1"/>
          <p:nvPr/>
        </p:nvSpPr>
        <p:spPr>
          <a:xfrm>
            <a:off x="7694812" y="3678178"/>
            <a:ext cx="2261743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 smtClean="0"/>
              <a:t>Titre :</a:t>
            </a:r>
          </a:p>
          <a:p>
            <a:r>
              <a:rPr lang="fr-FR" sz="1050" dirty="0" smtClean="0"/>
              <a:t>Auteur :</a:t>
            </a:r>
          </a:p>
          <a:p>
            <a:r>
              <a:rPr lang="fr-FR" sz="1050" dirty="0" smtClean="0"/>
              <a:t>Résumé :</a:t>
            </a:r>
          </a:p>
          <a:p>
            <a:endParaRPr lang="fr-FR" sz="1050" dirty="0"/>
          </a:p>
          <a:p>
            <a:r>
              <a:rPr lang="fr-FR" sz="1050" dirty="0" smtClean="0"/>
              <a:t>Avis du propriétaire : 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432416" y="2074888"/>
            <a:ext cx="504000" cy="504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1" name="ZoneTexte 90"/>
          <p:cNvSpPr txBox="1"/>
          <p:nvPr/>
        </p:nvSpPr>
        <p:spPr>
          <a:xfrm>
            <a:off x="8181613" y="766519"/>
            <a:ext cx="1444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Icone</a:t>
            </a:r>
          </a:p>
          <a:p>
            <a:r>
              <a:rPr lang="fr-FR" sz="1200" dirty="0" smtClean="0"/>
              <a:t>Modifier profil</a:t>
            </a:r>
            <a:endParaRPr lang="fr-FR" sz="1200" dirty="0"/>
          </a:p>
        </p:txBody>
      </p:sp>
      <p:sp>
        <p:nvSpPr>
          <p:cNvPr id="92" name="Rectangle 91"/>
          <p:cNvSpPr/>
          <p:nvPr/>
        </p:nvSpPr>
        <p:spPr>
          <a:xfrm>
            <a:off x="7787546" y="5803420"/>
            <a:ext cx="504000" cy="504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4" name="ZoneTexte 93"/>
          <p:cNvSpPr txBox="1"/>
          <p:nvPr/>
        </p:nvSpPr>
        <p:spPr>
          <a:xfrm>
            <a:off x="7753283" y="5814449"/>
            <a:ext cx="1702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Icone</a:t>
            </a:r>
          </a:p>
          <a:p>
            <a:r>
              <a:rPr lang="fr-FR" sz="1200" dirty="0" smtClean="0"/>
              <a:t>Demande d’emprunt</a:t>
            </a:r>
            <a:endParaRPr lang="fr-FR" sz="1200" dirty="0"/>
          </a:p>
        </p:txBody>
      </p:sp>
      <p:sp>
        <p:nvSpPr>
          <p:cNvPr id="95" name="ZoneTexte 94"/>
          <p:cNvSpPr txBox="1"/>
          <p:nvPr/>
        </p:nvSpPr>
        <p:spPr>
          <a:xfrm>
            <a:off x="3470329" y="5756854"/>
            <a:ext cx="37792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Doit afficher tous les livres de tous les utilisateurs</a:t>
            </a:r>
            <a:endParaRPr lang="fr-FR" sz="1600" dirty="0"/>
          </a:p>
        </p:txBody>
      </p:sp>
      <p:sp>
        <p:nvSpPr>
          <p:cNvPr id="97" name="ZoneTexte 96"/>
          <p:cNvSpPr txBox="1"/>
          <p:nvPr/>
        </p:nvSpPr>
        <p:spPr>
          <a:xfrm>
            <a:off x="539884" y="1528573"/>
            <a:ext cx="1439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Mon profil</a:t>
            </a:r>
            <a:endParaRPr lang="fr-FR" dirty="0"/>
          </a:p>
        </p:txBody>
      </p:sp>
      <p:sp>
        <p:nvSpPr>
          <p:cNvPr id="98" name="ZoneTexte 97"/>
          <p:cNvSpPr txBox="1"/>
          <p:nvPr/>
        </p:nvSpPr>
        <p:spPr>
          <a:xfrm>
            <a:off x="3344471" y="1544436"/>
            <a:ext cx="2550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Bibliothèque commune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48104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619655" y="214009"/>
            <a:ext cx="2273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+mj-lt"/>
              </a:rPr>
              <a:t>Page de déconnexion</a:t>
            </a:r>
            <a:endParaRPr lang="fr-FR" dirty="0">
              <a:latin typeface="+mj-lt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6859620" y="223418"/>
            <a:ext cx="20719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+mj-lt"/>
              </a:rPr>
              <a:t>Page « Ajout livre »</a:t>
            </a:r>
            <a:endParaRPr lang="fr-FR" dirty="0"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3736" y="836579"/>
            <a:ext cx="4863830" cy="20817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5463701" y="836578"/>
            <a:ext cx="4863830" cy="60214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à coins arrondis 8"/>
          <p:cNvSpPr/>
          <p:nvPr/>
        </p:nvSpPr>
        <p:spPr>
          <a:xfrm>
            <a:off x="398835" y="904673"/>
            <a:ext cx="4523362" cy="79766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/>
          <p:cNvSpPr txBox="1"/>
          <p:nvPr/>
        </p:nvSpPr>
        <p:spPr>
          <a:xfrm>
            <a:off x="1750979" y="904673"/>
            <a:ext cx="1439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mtClean="0"/>
              <a:t>EntrePages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714983" y="980341"/>
            <a:ext cx="71984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smtClean="0"/>
              <a:t>Logo</a:t>
            </a:r>
          </a:p>
          <a:p>
            <a:endParaRPr lang="fr-FR" dirty="0"/>
          </a:p>
        </p:txBody>
      </p:sp>
      <p:sp>
        <p:nvSpPr>
          <p:cNvPr id="12" name="Rectangle 11"/>
          <p:cNvSpPr/>
          <p:nvPr/>
        </p:nvSpPr>
        <p:spPr>
          <a:xfrm>
            <a:off x="1750979" y="1257340"/>
            <a:ext cx="29851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Votre bibliothèque ouverte aux autres</a:t>
            </a:r>
            <a:r>
              <a:rPr lang="fr-FR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FR" dirty="0"/>
          </a:p>
        </p:txBody>
      </p:sp>
      <p:sp>
        <p:nvSpPr>
          <p:cNvPr id="13" name="Rectangle à coins arrondis 12"/>
          <p:cNvSpPr/>
          <p:nvPr/>
        </p:nvSpPr>
        <p:spPr>
          <a:xfrm>
            <a:off x="5677711" y="907145"/>
            <a:ext cx="4523362" cy="79766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/>
          <p:cNvSpPr txBox="1"/>
          <p:nvPr/>
        </p:nvSpPr>
        <p:spPr>
          <a:xfrm>
            <a:off x="7029855" y="907145"/>
            <a:ext cx="1439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mtClean="0"/>
              <a:t>EntrePages</a:t>
            </a:r>
            <a:endParaRPr lang="fr-FR" dirty="0"/>
          </a:p>
        </p:txBody>
      </p:sp>
      <p:sp>
        <p:nvSpPr>
          <p:cNvPr id="15" name="ZoneTexte 14"/>
          <p:cNvSpPr txBox="1"/>
          <p:nvPr/>
        </p:nvSpPr>
        <p:spPr>
          <a:xfrm>
            <a:off x="5993859" y="982813"/>
            <a:ext cx="71984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smtClean="0"/>
              <a:t>Logo</a:t>
            </a:r>
          </a:p>
          <a:p>
            <a:endParaRPr lang="fr-FR" dirty="0"/>
          </a:p>
        </p:txBody>
      </p:sp>
      <p:sp>
        <p:nvSpPr>
          <p:cNvPr id="16" name="Rectangle 15"/>
          <p:cNvSpPr/>
          <p:nvPr/>
        </p:nvSpPr>
        <p:spPr>
          <a:xfrm>
            <a:off x="7029855" y="1259812"/>
            <a:ext cx="29851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Votre bibliothèque ouverte aux autres</a:t>
            </a:r>
            <a:r>
              <a:rPr lang="fr-FR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FR" dirty="0"/>
          </a:p>
        </p:txBody>
      </p:sp>
      <p:sp>
        <p:nvSpPr>
          <p:cNvPr id="17" name="Rectangle à coins arrondis 16"/>
          <p:cNvSpPr/>
          <p:nvPr/>
        </p:nvSpPr>
        <p:spPr>
          <a:xfrm>
            <a:off x="398835" y="2314399"/>
            <a:ext cx="4523362" cy="26494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/>
          <p:cNvSpPr txBox="1"/>
          <p:nvPr/>
        </p:nvSpPr>
        <p:spPr>
          <a:xfrm>
            <a:off x="317470" y="2302342"/>
            <a:ext cx="8165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FAQ</a:t>
            </a:r>
            <a:endParaRPr lang="fr-FR" sz="1200" dirty="0"/>
          </a:p>
        </p:txBody>
      </p:sp>
      <p:sp>
        <p:nvSpPr>
          <p:cNvPr id="19" name="ZoneTexte 18"/>
          <p:cNvSpPr txBox="1"/>
          <p:nvPr/>
        </p:nvSpPr>
        <p:spPr>
          <a:xfrm>
            <a:off x="4199401" y="2314399"/>
            <a:ext cx="8165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Contact</a:t>
            </a:r>
            <a:endParaRPr lang="fr-FR" sz="1200" dirty="0"/>
          </a:p>
        </p:txBody>
      </p:sp>
      <p:sp>
        <p:nvSpPr>
          <p:cNvPr id="21" name="Rectangle à coins arrondis 20"/>
          <p:cNvSpPr/>
          <p:nvPr/>
        </p:nvSpPr>
        <p:spPr>
          <a:xfrm>
            <a:off x="5677711" y="6524432"/>
            <a:ext cx="4523362" cy="26494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/>
          <p:cNvSpPr txBox="1"/>
          <p:nvPr/>
        </p:nvSpPr>
        <p:spPr>
          <a:xfrm>
            <a:off x="5677711" y="6512375"/>
            <a:ext cx="8165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FAQ</a:t>
            </a:r>
            <a:endParaRPr lang="fr-FR" sz="1200" dirty="0"/>
          </a:p>
        </p:txBody>
      </p:sp>
      <p:sp>
        <p:nvSpPr>
          <p:cNvPr id="23" name="ZoneTexte 22"/>
          <p:cNvSpPr txBox="1"/>
          <p:nvPr/>
        </p:nvSpPr>
        <p:spPr>
          <a:xfrm>
            <a:off x="9559642" y="6524432"/>
            <a:ext cx="8165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Contact</a:t>
            </a:r>
            <a:endParaRPr lang="fr-FR" sz="1200" dirty="0"/>
          </a:p>
        </p:txBody>
      </p:sp>
      <p:sp>
        <p:nvSpPr>
          <p:cNvPr id="24" name="Rectangle à coins arrondis 23"/>
          <p:cNvSpPr/>
          <p:nvPr/>
        </p:nvSpPr>
        <p:spPr>
          <a:xfrm>
            <a:off x="6319734" y="1872973"/>
            <a:ext cx="3151762" cy="4097178"/>
          </a:xfrm>
          <a:prstGeom prst="roundRect">
            <a:avLst>
              <a:gd name="adj" fmla="val 679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7" name="ZoneTexte 26"/>
          <p:cNvSpPr txBox="1"/>
          <p:nvPr/>
        </p:nvSpPr>
        <p:spPr>
          <a:xfrm>
            <a:off x="7623239" y="6029312"/>
            <a:ext cx="2898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Merci pour le partage</a:t>
            </a:r>
            <a:endParaRPr lang="fr-FR" dirty="0"/>
          </a:p>
        </p:txBody>
      </p:sp>
      <p:sp>
        <p:nvSpPr>
          <p:cNvPr id="28" name="ZoneTexte 27"/>
          <p:cNvSpPr txBox="1"/>
          <p:nvPr/>
        </p:nvSpPr>
        <p:spPr>
          <a:xfrm>
            <a:off x="7085823" y="1942549"/>
            <a:ext cx="17071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Ajouter un livre</a:t>
            </a:r>
            <a:endParaRPr lang="fr-FR" sz="1600" dirty="0"/>
          </a:p>
        </p:txBody>
      </p:sp>
      <p:sp>
        <p:nvSpPr>
          <p:cNvPr id="30" name="Rectangle 29"/>
          <p:cNvSpPr/>
          <p:nvPr/>
        </p:nvSpPr>
        <p:spPr>
          <a:xfrm>
            <a:off x="6582384" y="2699458"/>
            <a:ext cx="2655651" cy="3747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ZoneTexte 30"/>
          <p:cNvSpPr txBox="1"/>
          <p:nvPr/>
        </p:nvSpPr>
        <p:spPr>
          <a:xfrm>
            <a:off x="6515318" y="2383899"/>
            <a:ext cx="1850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Recherche par n° ISBN</a:t>
            </a:r>
            <a:endParaRPr lang="fr-FR" sz="1200" dirty="0"/>
          </a:p>
        </p:txBody>
      </p:sp>
      <p:sp>
        <p:nvSpPr>
          <p:cNvPr id="32" name="Rectangle 31"/>
          <p:cNvSpPr/>
          <p:nvPr/>
        </p:nvSpPr>
        <p:spPr>
          <a:xfrm>
            <a:off x="6611565" y="4400087"/>
            <a:ext cx="2655651" cy="3747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/>
          <p:cNvSpPr txBox="1"/>
          <p:nvPr/>
        </p:nvSpPr>
        <p:spPr>
          <a:xfrm>
            <a:off x="8153102" y="5537282"/>
            <a:ext cx="108493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Ajouter</a:t>
            </a:r>
            <a:endParaRPr lang="fr-FR" sz="1200" dirty="0"/>
          </a:p>
        </p:txBody>
      </p:sp>
      <p:sp>
        <p:nvSpPr>
          <p:cNvPr id="35" name="ZoneTexte 34"/>
          <p:cNvSpPr txBox="1"/>
          <p:nvPr/>
        </p:nvSpPr>
        <p:spPr>
          <a:xfrm>
            <a:off x="1075504" y="1857983"/>
            <a:ext cx="2898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Au plus tard !</a:t>
            </a:r>
            <a:endParaRPr lang="fr-FR" dirty="0"/>
          </a:p>
        </p:txBody>
      </p:sp>
      <p:sp>
        <p:nvSpPr>
          <p:cNvPr id="2" name="ZoneTexte 1"/>
          <p:cNvSpPr txBox="1"/>
          <p:nvPr/>
        </p:nvSpPr>
        <p:spPr>
          <a:xfrm>
            <a:off x="6582384" y="3151762"/>
            <a:ext cx="2655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Note explicative ISBN:</a:t>
            </a:r>
          </a:p>
          <a:p>
            <a:endParaRPr lang="fr-FR" dirty="0"/>
          </a:p>
        </p:txBody>
      </p:sp>
      <p:sp>
        <p:nvSpPr>
          <p:cNvPr id="44" name="ZoneTexte 43"/>
          <p:cNvSpPr txBox="1"/>
          <p:nvPr/>
        </p:nvSpPr>
        <p:spPr>
          <a:xfrm>
            <a:off x="6611565" y="4093427"/>
            <a:ext cx="18504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Etat du livre</a:t>
            </a:r>
            <a:endParaRPr lang="fr-FR" sz="1200" dirty="0"/>
          </a:p>
        </p:txBody>
      </p:sp>
      <p:sp>
        <p:nvSpPr>
          <p:cNvPr id="5" name="ZoneTexte 4"/>
          <p:cNvSpPr txBox="1"/>
          <p:nvPr/>
        </p:nvSpPr>
        <p:spPr>
          <a:xfrm>
            <a:off x="6054316" y="6856125"/>
            <a:ext cx="4197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 smtClean="0"/>
              <a:t>Note : hypothèse : pas d’erreur possible avec l’</a:t>
            </a:r>
            <a:r>
              <a:rPr lang="fr-FR" sz="1000" dirty="0" err="1" smtClean="0"/>
              <a:t>opensource</a:t>
            </a:r>
            <a:r>
              <a:rPr lang="fr-FR" sz="1000" dirty="0" smtClean="0"/>
              <a:t> (chaque ISBN correspond à la bonne image de couverture)</a:t>
            </a:r>
            <a:endParaRPr lang="fr-FR" sz="1000" dirty="0"/>
          </a:p>
        </p:txBody>
      </p:sp>
      <p:sp>
        <p:nvSpPr>
          <p:cNvPr id="45" name="Rectangle 44"/>
          <p:cNvSpPr/>
          <p:nvPr/>
        </p:nvSpPr>
        <p:spPr>
          <a:xfrm>
            <a:off x="223736" y="3052567"/>
            <a:ext cx="4863830" cy="20817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1471096" y="3724094"/>
            <a:ext cx="242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Retour page d’accueil</a:t>
            </a:r>
            <a:endParaRPr lang="fr-FR" dirty="0"/>
          </a:p>
        </p:txBody>
      </p:sp>
      <p:sp>
        <p:nvSpPr>
          <p:cNvPr id="25" name="ZoneTexte 24"/>
          <p:cNvSpPr txBox="1"/>
          <p:nvPr/>
        </p:nvSpPr>
        <p:spPr>
          <a:xfrm>
            <a:off x="6650477" y="4402798"/>
            <a:ext cx="1835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Choix déroulant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808541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316691" y="232071"/>
            <a:ext cx="2677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+mj-lt"/>
              </a:rPr>
              <a:t>Page modification de profil</a:t>
            </a:r>
            <a:endParaRPr lang="fr-FR" dirty="0">
              <a:latin typeface="+mj-lt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6859620" y="223418"/>
            <a:ext cx="2611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latin typeface="+mj-lt"/>
              </a:rPr>
              <a:t>Page demande d’emprunt</a:t>
            </a:r>
            <a:endParaRPr lang="fr-FR" dirty="0">
              <a:latin typeface="+mj-lt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3736" y="836579"/>
            <a:ext cx="4863830" cy="60214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5463701" y="836578"/>
            <a:ext cx="4863830" cy="60214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à coins arrondis 8"/>
          <p:cNvSpPr/>
          <p:nvPr/>
        </p:nvSpPr>
        <p:spPr>
          <a:xfrm>
            <a:off x="398835" y="904673"/>
            <a:ext cx="4523362" cy="79766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/>
          <p:cNvSpPr txBox="1"/>
          <p:nvPr/>
        </p:nvSpPr>
        <p:spPr>
          <a:xfrm>
            <a:off x="1750979" y="904673"/>
            <a:ext cx="1439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mtClean="0"/>
              <a:t>EntrePages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714983" y="980341"/>
            <a:ext cx="71984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smtClean="0"/>
              <a:t>Logo</a:t>
            </a:r>
          </a:p>
          <a:p>
            <a:endParaRPr lang="fr-FR" dirty="0"/>
          </a:p>
        </p:txBody>
      </p:sp>
      <p:sp>
        <p:nvSpPr>
          <p:cNvPr id="12" name="Rectangle 11"/>
          <p:cNvSpPr/>
          <p:nvPr/>
        </p:nvSpPr>
        <p:spPr>
          <a:xfrm>
            <a:off x="1750979" y="1257340"/>
            <a:ext cx="29851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Votre bibliothèque ouverte aux autres</a:t>
            </a:r>
            <a:r>
              <a:rPr lang="fr-FR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FR" dirty="0"/>
          </a:p>
        </p:txBody>
      </p:sp>
      <p:sp>
        <p:nvSpPr>
          <p:cNvPr id="13" name="Rectangle à coins arrondis 12"/>
          <p:cNvSpPr/>
          <p:nvPr/>
        </p:nvSpPr>
        <p:spPr>
          <a:xfrm>
            <a:off x="5677711" y="907145"/>
            <a:ext cx="4523362" cy="79766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/>
          <p:cNvSpPr txBox="1"/>
          <p:nvPr/>
        </p:nvSpPr>
        <p:spPr>
          <a:xfrm>
            <a:off x="7029855" y="907145"/>
            <a:ext cx="1439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mtClean="0"/>
              <a:t>EntrePages</a:t>
            </a:r>
            <a:endParaRPr lang="fr-FR" dirty="0"/>
          </a:p>
        </p:txBody>
      </p:sp>
      <p:sp>
        <p:nvSpPr>
          <p:cNvPr id="15" name="ZoneTexte 14"/>
          <p:cNvSpPr txBox="1"/>
          <p:nvPr/>
        </p:nvSpPr>
        <p:spPr>
          <a:xfrm>
            <a:off x="5993859" y="982813"/>
            <a:ext cx="71984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dirty="0" smtClean="0"/>
              <a:t>Logo</a:t>
            </a:r>
          </a:p>
          <a:p>
            <a:endParaRPr lang="fr-FR" dirty="0"/>
          </a:p>
        </p:txBody>
      </p:sp>
      <p:sp>
        <p:nvSpPr>
          <p:cNvPr id="16" name="Rectangle 15"/>
          <p:cNvSpPr/>
          <p:nvPr/>
        </p:nvSpPr>
        <p:spPr>
          <a:xfrm>
            <a:off x="7029855" y="1259812"/>
            <a:ext cx="29851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Votre bibliothèque ouverte aux autres</a:t>
            </a:r>
            <a:r>
              <a:rPr lang="fr-FR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FR" dirty="0"/>
          </a:p>
        </p:txBody>
      </p:sp>
      <p:sp>
        <p:nvSpPr>
          <p:cNvPr id="17" name="Rectangle à coins arrondis 16"/>
          <p:cNvSpPr/>
          <p:nvPr/>
        </p:nvSpPr>
        <p:spPr>
          <a:xfrm>
            <a:off x="398835" y="6516127"/>
            <a:ext cx="4523362" cy="26494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/>
          <p:cNvSpPr txBox="1"/>
          <p:nvPr/>
        </p:nvSpPr>
        <p:spPr>
          <a:xfrm>
            <a:off x="398835" y="6504070"/>
            <a:ext cx="8165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FAQ</a:t>
            </a:r>
            <a:endParaRPr lang="fr-FR" sz="1200" dirty="0"/>
          </a:p>
        </p:txBody>
      </p:sp>
      <p:sp>
        <p:nvSpPr>
          <p:cNvPr id="19" name="ZoneTexte 18"/>
          <p:cNvSpPr txBox="1"/>
          <p:nvPr/>
        </p:nvSpPr>
        <p:spPr>
          <a:xfrm>
            <a:off x="4280766" y="6516127"/>
            <a:ext cx="8165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Contact</a:t>
            </a:r>
            <a:endParaRPr lang="fr-FR" sz="1200" dirty="0"/>
          </a:p>
        </p:txBody>
      </p:sp>
      <p:sp>
        <p:nvSpPr>
          <p:cNvPr id="21" name="Rectangle à coins arrondis 20"/>
          <p:cNvSpPr/>
          <p:nvPr/>
        </p:nvSpPr>
        <p:spPr>
          <a:xfrm>
            <a:off x="5677711" y="6524432"/>
            <a:ext cx="4523362" cy="26494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/>
          <p:cNvSpPr txBox="1"/>
          <p:nvPr/>
        </p:nvSpPr>
        <p:spPr>
          <a:xfrm>
            <a:off x="5677711" y="6512375"/>
            <a:ext cx="8165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FAQ</a:t>
            </a:r>
            <a:endParaRPr lang="fr-FR" sz="1200" dirty="0"/>
          </a:p>
        </p:txBody>
      </p:sp>
      <p:sp>
        <p:nvSpPr>
          <p:cNvPr id="23" name="ZoneTexte 22"/>
          <p:cNvSpPr txBox="1"/>
          <p:nvPr/>
        </p:nvSpPr>
        <p:spPr>
          <a:xfrm>
            <a:off x="9559642" y="6524432"/>
            <a:ext cx="8165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Contact</a:t>
            </a:r>
            <a:endParaRPr lang="fr-FR" sz="1200" dirty="0"/>
          </a:p>
        </p:txBody>
      </p:sp>
      <p:sp>
        <p:nvSpPr>
          <p:cNvPr id="24" name="Rectangle à coins arrondis 23"/>
          <p:cNvSpPr/>
          <p:nvPr/>
        </p:nvSpPr>
        <p:spPr>
          <a:xfrm>
            <a:off x="6319734" y="1872973"/>
            <a:ext cx="3151762" cy="2894685"/>
          </a:xfrm>
          <a:prstGeom prst="roundRect">
            <a:avLst>
              <a:gd name="adj" fmla="val 679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ZoneTexte 27"/>
          <p:cNvSpPr txBox="1"/>
          <p:nvPr/>
        </p:nvSpPr>
        <p:spPr>
          <a:xfrm>
            <a:off x="6744931" y="2010970"/>
            <a:ext cx="20095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/>
              <a:t>Demander l’emprunt</a:t>
            </a:r>
            <a:endParaRPr lang="fr-FR" sz="1600" dirty="0"/>
          </a:p>
        </p:txBody>
      </p:sp>
      <p:sp>
        <p:nvSpPr>
          <p:cNvPr id="31" name="ZoneTexte 30"/>
          <p:cNvSpPr txBox="1"/>
          <p:nvPr/>
        </p:nvSpPr>
        <p:spPr>
          <a:xfrm>
            <a:off x="6970380" y="2506140"/>
            <a:ext cx="185046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J’aimerai pouvoir t’emprunter ce livre pour une durée de :  </a:t>
            </a:r>
            <a:endParaRPr lang="fr-FR" sz="1200" dirty="0"/>
          </a:p>
        </p:txBody>
      </p:sp>
      <p:sp>
        <p:nvSpPr>
          <p:cNvPr id="33" name="ZoneTexte 32"/>
          <p:cNvSpPr txBox="1"/>
          <p:nvPr/>
        </p:nvSpPr>
        <p:spPr>
          <a:xfrm>
            <a:off x="8212003" y="4306359"/>
            <a:ext cx="1084933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Envoyer</a:t>
            </a:r>
            <a:endParaRPr lang="fr-FR" sz="1200" dirty="0"/>
          </a:p>
        </p:txBody>
      </p:sp>
      <p:sp>
        <p:nvSpPr>
          <p:cNvPr id="3" name="Rectangle à coins arrondis 2"/>
          <p:cNvSpPr/>
          <p:nvPr/>
        </p:nvSpPr>
        <p:spPr>
          <a:xfrm>
            <a:off x="398835" y="1780162"/>
            <a:ext cx="4523362" cy="117704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ZoneTexte 33"/>
          <p:cNvSpPr txBox="1"/>
          <p:nvPr/>
        </p:nvSpPr>
        <p:spPr>
          <a:xfrm>
            <a:off x="638646" y="2043363"/>
            <a:ext cx="768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err="1" smtClean="0"/>
              <a:t>Img</a:t>
            </a:r>
            <a:r>
              <a:rPr lang="fr-FR" sz="1400" dirty="0" smtClean="0"/>
              <a:t> profil</a:t>
            </a:r>
            <a:endParaRPr lang="fr-FR" sz="1400" dirty="0"/>
          </a:p>
        </p:txBody>
      </p:sp>
      <p:sp>
        <p:nvSpPr>
          <p:cNvPr id="36" name="Rectangle 35"/>
          <p:cNvSpPr/>
          <p:nvPr/>
        </p:nvSpPr>
        <p:spPr>
          <a:xfrm>
            <a:off x="531039" y="1872973"/>
            <a:ext cx="864000" cy="864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ZoneTexte 24"/>
          <p:cNvSpPr txBox="1"/>
          <p:nvPr/>
        </p:nvSpPr>
        <p:spPr>
          <a:xfrm>
            <a:off x="1750979" y="2111826"/>
            <a:ext cx="207199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Modifier image de profil</a:t>
            </a:r>
            <a:endParaRPr lang="fr-FR" sz="1400" dirty="0"/>
          </a:p>
        </p:txBody>
      </p:sp>
      <p:sp>
        <p:nvSpPr>
          <p:cNvPr id="38" name="Rectangle à coins arrondis 37"/>
          <p:cNvSpPr/>
          <p:nvPr/>
        </p:nvSpPr>
        <p:spPr>
          <a:xfrm>
            <a:off x="393969" y="3129312"/>
            <a:ext cx="4523362" cy="117704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ZoneTexte 38"/>
          <p:cNvSpPr txBox="1"/>
          <p:nvPr/>
        </p:nvSpPr>
        <p:spPr>
          <a:xfrm>
            <a:off x="1750978" y="3546599"/>
            <a:ext cx="207199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Modifier description</a:t>
            </a:r>
            <a:endParaRPr lang="fr-FR" sz="1400" dirty="0"/>
          </a:p>
        </p:txBody>
      </p:sp>
      <p:sp>
        <p:nvSpPr>
          <p:cNvPr id="41" name="Rectangle à coins arrondis 40"/>
          <p:cNvSpPr/>
          <p:nvPr/>
        </p:nvSpPr>
        <p:spPr>
          <a:xfrm>
            <a:off x="393969" y="4516091"/>
            <a:ext cx="4523362" cy="117704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ZoneTexte 44"/>
          <p:cNvSpPr txBox="1"/>
          <p:nvPr/>
        </p:nvSpPr>
        <p:spPr>
          <a:xfrm>
            <a:off x="1750978" y="4933378"/>
            <a:ext cx="207199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Modifier citation</a:t>
            </a:r>
            <a:endParaRPr lang="fr-FR" sz="1400" dirty="0"/>
          </a:p>
        </p:txBody>
      </p:sp>
      <p:sp>
        <p:nvSpPr>
          <p:cNvPr id="46" name="Rectangle 45"/>
          <p:cNvSpPr/>
          <p:nvPr/>
        </p:nvSpPr>
        <p:spPr>
          <a:xfrm>
            <a:off x="6641285" y="3274210"/>
            <a:ext cx="2655651" cy="3747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ZoneTexte 46"/>
          <p:cNvSpPr txBox="1"/>
          <p:nvPr/>
        </p:nvSpPr>
        <p:spPr>
          <a:xfrm>
            <a:off x="6680197" y="3276921"/>
            <a:ext cx="1835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Choix déroulant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04167257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141</TotalTime>
  <Words>351</Words>
  <Application>Microsoft Office PowerPoint</Application>
  <PresentationFormat>Personnalisé</PresentationFormat>
  <Paragraphs>162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Charnay ...</dc:creator>
  <cp:lastModifiedBy>Charnay ...</cp:lastModifiedBy>
  <cp:revision>13</cp:revision>
  <dcterms:created xsi:type="dcterms:W3CDTF">2026-07-06T07:01:04Z</dcterms:created>
  <dcterms:modified xsi:type="dcterms:W3CDTF">2026-07-06T09:22:44Z</dcterms:modified>
</cp:coreProperties>
</file>